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3366"/>
                </a:solidFill>
                <a:latin typeface="微软雅黑"/>
              </a:rPr>
              <a:t>中州养老智慧管理平台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666666"/>
                </a:solidFill>
                <a:latin typeface="微软雅黑"/>
              </a:rPr>
              <a:t>科技赋能养老 · 智慧守护夕阳</a:t>
            </a:r>
          </a:p>
          <a:p/>
          <a:p>
            <a:r>
              <a:t>项目研发团队</a:t>
            </a:r>
          </a:p>
          <a:p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一、项目背景与需求分析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二、系统整体架构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三、核心功能模块展示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四、技术亮点与创新点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五、系统安全保障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六、项目实施与分工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七、项目成果与效益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八、未来规划与展望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项目背景与需求分析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行业背景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我国人口老龄化程度不断加深，养老服务需求持续增长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传统养老管理模式面临管理效率低下、服务质量难以保障等挑战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人工登记、纸质档案，信息查询困难，容易出错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护理流程不规范，服务标准不统一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老人健康状况难以及时掌握，意外事件响应滞后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项目目标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打造集健康管理、护理服务、运营管理、智能决策于一体的智慧养老平台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实现养老机构的数字化、智能化、精细化管理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全面提升养老服务质量和运营效率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让每一位老人享有有尊严、有品质、有温度的晚年生活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系统整体架构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前端技术栈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Vue.js 2.6 + Element UI 组件库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响应式设计，支持多终端访问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动态路由与权限控制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后端技术栈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Spring Boot 3.5 + Java 21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MyBatis Plus 持久层框架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MySQL 关系型数据库 + Redis 缓存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Druid 数据库连接池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Spring Security 安全框架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功能模块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入退管理：健康评估、入住办理、退住管理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养老护理：护理项目、护理计划、护理等级、来访管理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AI智能咨询：小智健康助手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系统管理：用户、角色、菜单、部门管理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系统监控：在线用户、操作日志、登录日志、服务监控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核心功能 - 入退管理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健康评估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建立完善的老人健康档案，包括基本信息、既往病史、过敏史等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支持多维度健康评估：健康等级、认知等级、行动能力、自理能力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评估流程标准化，确保评估结果客观准确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评估数据与入住、护理模块联动，为后续服务提供数据支撑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入住办理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全流程化入住管理，从申请到入住一站式完成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关联健康评估结果，自动推荐护理等级和护理计划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智能床位分配，支持楼栋、房间、床位三级管理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合同管理与费用结算，押金、月费用清晰透明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紧急联系人信息管理，确保紧急情况及时沟通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退住管理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规范的退住申请与审核流程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支持多种退住原因：回家养老、转院治疗、家属接回等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费用自动结算，结算金额、退款金额清晰明了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退住记录完整留存，便于追溯和统计分析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核心功能 - 养老护理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护理项目管理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丰富的护理项目库，涵盖生活照料、基础护理、康复护理等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每个项目包含名称、单位、价格、护理要求等详细信息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支持项目的启用/禁用状态管理，灵活调整服务内容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护理计划管理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根据老人健康状况制定个性化护理计划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护理计划与护理项目关联，明确服务内容和频次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支持护理计划的版本管理，方便调整和优化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护理等级管理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科学的护理等级划分，从自理到特护多级分类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每个等级对应不同的护理费用和服务标准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护理等级与护理计划关联，实现标准化服务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来访管理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规范的访客登记与审批流程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访客信息完整记录：姓名、电话、身份证号、与老人关系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来访预约管理，合理安排来访时间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签到/签退登记，精确掌握访客在院时间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核心功能 - AI智能咨询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小智健康助手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基于大语言模型的智能健康咨询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7×24小时在线服务，随时解答健康疑问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支持健康知识问答、用药指导、饮食建议等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流式响应输出，交互体验流畅自然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持续学习优化，不断提升回答质量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应用场景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老人及家属健康咨询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护理人员知识查询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常见健康问题自助解答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健康科普与知识普及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核心功能 - 系统管理与监控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系统管理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用户管理：完善的用户账号管理体系，支持增删改查、导入导出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角色管理：灵活的角色权限配置，支持多角色分配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菜单管理：树形菜单结构，支持动态路由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部门管理：组织架构管理，支持多级部门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系统监控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在线用户监控：实时查看当前在线用户，支持强制下线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操作日志：记录所有用户的操作行为，支持查询导出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登录日志：记录所有登录行为，异常登录检测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服务监控：服务器运行状态实时监控，CPU、内存、磁盘等指标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技术亮点与创新点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1. 前后端分离架构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前端独立部署，用户体验更优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后端服务化，便于扩展和维护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RESTful API设计，接口规范统一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支持多端适配，PC端、移动端均可访问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2. 智能权限控制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基于角色的访问控制（RBAC）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按钮级别的细粒度权限控制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动态菜单路由，权限内菜单自动加载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数据权限隔离，确保数据安全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3. AI能力集成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大语言模型赋能养老服务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SSE流式响应，交互体验流畅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智能健康咨询，提升服务效率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持续学习优化，越用越智能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4. 高可用设计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数据库连接池优化，提升并发能力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Redis缓存加速，减轻数据库压力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请求超时控制，防止系统阻塞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完善的日志体系，便于问题排查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系统安全保障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数据安全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密码加密：用户密码采用BCrypt加密存储，不可逆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传输加密：支持HTTPS协议，数据传输加密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数据备份：支持数据库定期备份，防止数据丢失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权限控制：细粒度的权限管理，防止越权访问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网络安全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防火墙：网络边界防护，阻止非法访问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访问控制：IP黑白名单，限制访问来源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防SQL注入：参数化查询，防止SQL注入攻击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防XSS攻击：输入输出过滤，防止跨站脚本攻击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应用安全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登录认证：用户名密码 + 验证码双因子认证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会话管理：Token机制，会话超时自动失效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操作审计：所有操作留痕，支持审计追溯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敏感数据脱敏：敏感信息展示时自动脱敏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运维安全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日志监控：完整的操作日志和系统日志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异常告警：系统异常及时通知管理员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版本管理：代码版本控制，便于回滚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灾备方案：数据备份与恢复机制完善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项目实施与分工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序号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角色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主要职责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负责模块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缪鹏炫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项目经理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项目整体规划、进度管控、质量把控、团队协调、客户沟通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全项目统筹管理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陈冉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后端开发工程师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后端架构设计、核心业务开发、接口设计、数据库设计、性能优化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入退管理模块、养老护理模块、系统管理模块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邓心童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前端开发工程师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前端架构设计、页面开发、交互设计、前端性能优化、用户体验提升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入退管理页面、养老护理页面、AI咨询页面、系统管理页面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方晨晨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测试工程师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测试计划制定、测试用例编写、功能测试、性能测试、Bug跟踪、质量保证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全模块测试、集成测试、系统测试、验收测试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李子霄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数据库工程师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数据库设计、SQL优化、数据迁移、数据备份、数据安全、性能调优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数据库架构设计、表结构设计、索引优化、数据备份恢复</a:t>
                      </a:r>
                    </a:p>
                  </a:txBody>
                  <a:tcPr>
                    <a:solidFill>
                      <a:srgbClr val="F0F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李智庆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运维工程师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系统部署、环境搭建、服务器管理、网络配置、安全加固、监控告警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服务器运维、系统部署、安全配置、监控系统、故障排查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分工详情说明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缪鹏炫（项目经理）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负责项目整体规划和里程碑制定，确保项目按计划推进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协调各方资源，解决项目推进中的重大问题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负责与客户的沟通对接，准确把握需求方向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把控项目质量和进度，定期向客户汇报项目进展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组织项目评审和验收，确保交付成果符合要求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陈冉（后端开发工程师）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负责后端系统的整体架构设计和技术选型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承担入退管理模块（健康评估、入住办理、退住管理）的后端开发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负责养老护理模块（护理项目、护理计划、护理等级、来访管理）的后端开发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设计数据库表结构和接口规范，确保代码质量和可维护性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进行后端性能优化，保障系统稳定高效运行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邓心童（前端开发工程师）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负责前端页面的整体设计和开发实现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完成入退管理模块（健康评估、入住办理、退住管理）的前端页面开发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完成养老护理模块（护理项目、护理计划、护理等级、来访管理）的前端页面开发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负责AI智能咨询（小智健康）页面的开发和交互优化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进行前端性能优化，提升用户体验和页面响应速度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分工详情说明（续）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方晨晨（测试工程师）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制定测试计划和测试方案，设计测试用例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对系统各模块进行全面的功能测试，确保功能符合需求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进行性能测试、压力测试，验证系统的性能指标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跟踪和管理Bug，推动问题及时修复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参与需求评审和代码评审，从测试角度提出改进建议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李子霄（数据库工程师）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负责数据库的整体架构设计和表结构设计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编写和优化SQL语句，提升查询效率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设计数据库索引和分区策略，优化数据库性能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制定数据备份和恢复方案，确保数据安全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进行数据库性能监控和调优，保障数据库稳定运行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李智庆（运维工程师）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负责服务器环境的搭建和配置，包括操作系统、中间件等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制定系统部署方案，实现自动化部署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配置网络安全策略，加固系统安全防护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搭建监控系统，实时监控服务器和应用运行状态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处理系统故障，保障系统7×24小时稳定运行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项目成果与效益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管理效益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效率提升：业务流程数字化，管理效率提升60%以上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成本降低：减少人工操作，降低人力成本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决策支持：数据驱动决策，管理更加科学精准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标准统一：服务流程标准化，服务质量更有保障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服务效益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服务质量提升：规范化护理流程，服务质量持续改善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响应速度加快：信息实时传递，紧急情况快速响应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家属满意度高：信息透明，家属随时了解老人情况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老人体验好：个性化服务，老人生活品质提升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经济效益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运营成本降低：人力成本、管理成本显著下降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床位利用率提升：智能床位管理，资源利用更充分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服务能力增强：同等人员配置下服务更多老人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品牌价值提升：智慧养老形象，增强市场竞争力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社会效益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推动行业数字化转型：为养老行业数字化建设提供示范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缓解养老服务压力：科技赋能，提升养老服务供给能力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促进养老服务标准化：标准化流程，提升行业整体水平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助力积极应对人口老龄化：科技助力养老事业发展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  <a:latin typeface="微软雅黑"/>
              </a:rPr>
              <a:t>未来规划与展望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短期规划（3-6个月）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移动端APP开发：开发手机端应用，方便管理人员随时随地办公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家属端小程序：开发微信小程序，家属可随时查看老人在院情况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智能硬件接入：接入智能床垫、生命体征监测等设备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电子病历系统：完善老人健康档案，实现病历电子化管理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中期规划（6-12个月）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智能排班系统：基于AI的护理人员智能排班，优化人力资源配置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跌倒检测报警：通过AI视频分析，实现老人跌倒自动检测和报警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用药管理系统：智能用药提醒，防止错服漏服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数据分析平台：大数据分析，挖掘数据价值，辅助决策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 b="1">
                <a:solidFill>
                  <a:srgbClr val="0050A0"/>
                </a:solidFill>
                <a:latin typeface="微软雅黑"/>
              </a:rPr>
              <a:t>长期规划（1-2年）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平台化运营：从单机构向平台化发展，服务更多养老机构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生态体系建设：整合医疗、康复、文娱等资源，构建养老服务生态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AI深度赋能：将AI技术深度应用到养老服务的各个环节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连锁化支持：支持连锁养老机构统一管理，规模化运营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4400" b="1">
                <a:solidFill>
                  <a:srgbClr val="003366"/>
                </a:solidFill>
                <a:latin typeface="微软雅黑"/>
              </a:rP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2000" b="0">
                <a:solidFill>
                  <a:srgbClr val="666666"/>
                </a:solidFill>
                <a:latin typeface="微软雅黑"/>
              </a:rPr>
              <a:t>期待与您的合作</a:t>
            </a:r>
            <a:br/>
            <a:br/>
            <a:r>
              <a:t>中州养老智慧管理平台</a:t>
            </a:r>
            <a:br/>
            <a:r>
              <a:t>让养老更智慧，让夕阳更美好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